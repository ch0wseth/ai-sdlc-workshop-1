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731520" cy="73152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554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SDLC with GitHub Copilot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Kick-off: scope of the two afternoons and what must be ready before D-Day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365760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8957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200400"/>
            <a:ext cx="109728" cy="9144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84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Copilot Zero to Hero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3200400"/>
            <a:ext cx="365760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2DA4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3200400"/>
            <a:ext cx="109728" cy="91440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3776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SDLC with GitHub and GitHub Copilot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github.com/Justrebl/AI-SDLC-Workshop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will practise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348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primitives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prompt files, custom agents, Agent Skills, MCP servers and hooks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898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68980" y="105156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34874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0634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4975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Plugins &amp; marketplaces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49758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primitives into one installable unit, discovered from a Git marketplace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8076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080760" y="105156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23444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48740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81812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30936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HVE-Core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30936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agents and skills: Design Thinking coach and the RPI workflow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5720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57200" y="297180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5800" y="315468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3268980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19456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8580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APM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8580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primitives as versioned, locked, policy-checked repository dependencies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326898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3268980" y="297180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3497580" y="315468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268980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00634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349758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349758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gh-aw: Markdown workflows compiled to GitHub Actions, with safe outputs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608076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080760" y="297180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309360" y="315468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60" y="3268980"/>
            <a:ext cx="228600" cy="22860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781812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30936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cloud agent</a:t>
            </a:r>
            <a:endParaRPr lang="en-US" sz="1500" dirty="0"/>
          </a:p>
        </p:txBody>
      </p:sp>
      <p:sp>
        <p:nvSpPr>
          <p:cNvPr id="44" name="Text 36"/>
          <p:cNvSpPr/>
          <p:nvPr/>
        </p:nvSpPr>
        <p:spPr>
          <a:xfrm>
            <a:off x="630936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Copilot; review the pull request it opens</a:t>
            </a:r>
            <a:endParaRPr lang="en-US" sz="1150" dirty="0"/>
          </a:p>
        </p:txBody>
      </p:sp>
      <p:sp>
        <p:nvSpPr>
          <p:cNvPr id="45" name="Text 37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D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Copilot Zero to Hero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with Copilot primitives in VS Code, Copilot CLI and on github.com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fork of Philess/gh-copilot-demo (.NET 8 API + Vue viewer)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74720" y="530352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530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069080" y="4846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completion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069080" y="7772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and next edit suggestions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335024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69080" y="12893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Chat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069080" y="1581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explain, fix, generate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2139696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069080" y="2093976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basics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069080" y="23865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edits and commands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74720" y="2944368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069080" y="2898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and implement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069080" y="31912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change, then build 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0" y="3749040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69080" y="370332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concepts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069080" y="39959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prompts, agents, MCP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530352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530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4846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on the platform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7772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cloud agent on an issue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1335024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12893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Skills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1581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use a skill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2139696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2093976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CLI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23865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 from the terminal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0" y="2944368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2898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Plugins &amp; marketplaces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31912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plugins in CLI and VS Code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813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Levels 1–9 → Recap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SDLC with GitHub and GitHub Copilot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feature in a music catalog app (browse tracks, build an in-memory playlist), with governance and automation added at each level.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5029" y="2240280"/>
            <a:ext cx="7053943" cy="0"/>
          </a:xfrm>
          <a:prstGeom prst="line">
            <a:avLst/>
          </a:prstGeom>
          <a:noFill/>
          <a:ln w="25400">
            <a:solidFill>
              <a:srgbClr val="2DA4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0709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0709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from the template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46366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46366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60289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HVE-Core plugin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60289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into Copilot CLI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22023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22023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35946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Thinking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35946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problem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0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11603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RPI loop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11603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Plan, Implement, Review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73337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73337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87261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APM &amp; policy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7261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Versioned, locked, audited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8994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4899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62918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62918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backlog triage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24651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24651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38575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agent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538575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an issue, review the PR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3794760"/>
            <a:ext cx="8229600" cy="822960"/>
          </a:xfrm>
          <a:prstGeom prst="rect">
            <a:avLst/>
          </a:prstGeom>
          <a:solidFill>
            <a:srgbClr val="DAFBE1"/>
          </a:solidFill>
          <a:ln w="12700">
            <a:solidFill>
              <a:srgbClr val="DAFB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794760"/>
            <a:ext cx="73152" cy="82296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crescendo  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→ plugins → versioned APM packages → policy-controlled supply chain → structured RPI → automated backlog → controlled delegation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delivery option per attendee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606040" cy="73152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Codespaces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a preconfigured cloud environment with a prebuilt image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organization allow Codespaces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57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docs/before-d-day-codespace.md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6898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68980" y="1097280"/>
            <a:ext cx="2606040" cy="73152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97580" y="1371600"/>
            <a:ext cx="548640" cy="54864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150876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8338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9758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dev container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49758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environment in Docker or Podman on your own machine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349758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blocked, containers allowed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45186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A4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docs/before-d-day-devcontainer.md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08076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80760" y="1097280"/>
            <a:ext cx="2606040" cy="73152"/>
          </a:xfrm>
          <a:prstGeom prst="rect">
            <a:avLst/>
          </a:prstGeom>
          <a:solidFill>
            <a:srgbClr val="59636E"/>
          </a:solidFill>
          <a:ln w="12700">
            <a:solidFill>
              <a:srgbClr val="59636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309360" y="1371600"/>
            <a:ext cx="548640" cy="548640"/>
          </a:xfrm>
          <a:prstGeom prst="ellipse">
            <a:avLst/>
          </a:prstGeom>
          <a:solidFill>
            <a:srgbClr val="59636E"/>
          </a:solidFill>
          <a:ln w="12700">
            <a:solidFill>
              <a:srgbClr val="59636E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0876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RESORT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630936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tools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30936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Git, Node.js 22, .NET 8 and 10, GitHub CLI, Copilot CLI, APM and gh-aw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0936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not allowed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docs/before-d-day-local.md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Codespaces route: what must be true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051560"/>
            <a:ext cx="384048" cy="384048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1475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0515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Organization &amp; enterprise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150876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enabled for attendees' repositories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organization IP allow list: it disables codespace creation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2–4 core machines, idle timeout and retention set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Forks, template repos and ghcr.io pulls allowed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91440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914400"/>
            <a:ext cx="73152" cy="14630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1051560"/>
            <a:ext cx="384048" cy="38404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1475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10515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Billing &amp; budgets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910328" y="150876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billing owner chosen: organization or user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spending limit above zero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Copilot, Actions, Codespaces: separate usage units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see official GitHub billing docs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" y="260604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606040"/>
            <a:ext cx="73152" cy="1463040"/>
          </a:xfrm>
          <a:prstGeom prst="rect">
            <a:avLst/>
          </a:prstGeom>
          <a:solidFill>
            <a:srgbClr val="B07D12"/>
          </a:solidFill>
          <a:ln w="12700">
            <a:solidFill>
              <a:srgbClr val="B07D1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58368" y="2743200"/>
            <a:ext cx="384048" cy="384048"/>
          </a:xfrm>
          <a:prstGeom prst="ellipse">
            <a:avLst/>
          </a:prstGeom>
          <a:solidFill>
            <a:srgbClr val="B07D12"/>
          </a:solidFill>
          <a:ln w="12700">
            <a:solidFill>
              <a:srgbClr val="B07D1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839212"/>
            <a:ext cx="192024" cy="1920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2743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Network: attendee workstation only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58368" y="32004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Allow gh api meta --jq '.domains.codespaces'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.domains.website + .domains.copilot (Copilot)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on, no TLS inspection on *.github.dev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 outbound is open: no extra rules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60604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709160" y="2606040"/>
            <a:ext cx="73152" cy="1463040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10328" y="2743200"/>
            <a:ext cx="384048" cy="38404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839212"/>
            <a:ext cx="192024" cy="19202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94960" y="2743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 dry run (D-7, D-1)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910328" y="32004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visible at github.com/settings/copilot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 opens in the browser and in VS Code desktop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reachable: global.rel.tunnels.api.visualstudio.com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D-1: gh auth refresh --scopes workflow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270248"/>
            <a:ext cx="8229600" cy="329184"/>
          </a:xfrm>
          <a:prstGeom prst="rect">
            <a:avLst/>
          </a:prstGeom>
          <a:solidFill>
            <a:srgbClr val="E9DEFC"/>
          </a:solidFill>
          <a:ln w="12700">
            <a:solidFill>
              <a:srgbClr val="E9DEFC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94360" y="4270248"/>
            <a:ext cx="8001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Blocked?  </a:t>
            </a:r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 list or rules that cannot change → switch to the local dev container (docs/before-d-day-devcontainer.md)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470001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u="sng" dirty="0">
                <a:solidFill>
                  <a:srgbClr val="0969DA"/>
                </a:solidFill>
                <a:uFill>
                  <a:solidFill>
                    <a:srgbClr val="0969D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route only</a:t>
            </a:r>
            <a:pPr algn="l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plain text = every route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D-Day: who does what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29718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348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attendee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Business or Enterprise seat active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Copilot Chat signed in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option tested end to end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fork runs (API port 3000, viewer port 3001)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checks pass on the day's network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6898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68980" y="1051560"/>
            <a:ext cx="73152" cy="297180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97580" y="123444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34874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04622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 / enterprise owners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5186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assigned; CLI, cloud agent, MCP, models, previews, plugins allowed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i="1" u="sng" dirty="0">
                <a:solidFill>
                  <a:srgbClr val="79C0FF"/>
                </a:solidFill>
                <a:uFill>
                  <a:solidFill>
                    <a:srgbClr val="79C0FF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enabled with a spending limit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i="1" u="sng" dirty="0">
                <a:solidFill>
                  <a:srgbClr val="79C0FF"/>
                </a:solidFill>
                <a:uFill>
                  <a:solidFill>
                    <a:srgbClr val="79C0FF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No org IP allow list (it disables Codespaces)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on; template and fork creation allowed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8076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80760" y="1051560"/>
            <a:ext cx="73152" cy="2971800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09360" y="1234440"/>
            <a:ext cx="457200" cy="4572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4874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5800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6364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i="1" u="sng" dirty="0">
                <a:solidFill>
                  <a:srgbClr val="79C0FF"/>
                </a:solidFill>
                <a:uFill>
                  <a:solidFill>
                    <a:srgbClr val="79C0FF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domains from the GitHub meta API (.domains.codespaces)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allowlist reference + github.com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ghcr.io reachable; </a:t>
            </a:r>
            <a:pPr indent="0" marL="0">
              <a:spcAft>
                <a:spcPts val="500"/>
              </a:spcAft>
              <a:buNone/>
            </a:pPr>
            <a:r>
              <a:rPr lang="en-US" sz="1100" i="1" u="sng" dirty="0">
                <a:solidFill>
                  <a:srgbClr val="79C0FF"/>
                </a:solidFill>
                <a:uFill>
                  <a:solidFill>
                    <a:srgbClr val="79C0FF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*.github.dev reachable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TLS-inspection exclusions in place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D-7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licences, policies and network rules confirmed     </a:t>
            </a:r>
            <a:pPr indent="0" marL="0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opened, both labs' apps run, Copilot answers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70001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u="sng" dirty="0">
                <a:solidFill>
                  <a:srgbClr val="79C0FF"/>
                </a:solidFill>
                <a:uFill>
                  <a:solidFill>
                    <a:srgbClr val="79C0FF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route only</a:t>
            </a:r>
            <a:pPr algn="l" indent="0" marL="0">
              <a:buNone/>
            </a:pPr>
            <a:r>
              <a:rPr lang="en-US" sz="1000" dirty="0">
                <a:solidFill>
                  <a:srgbClr val="A8B1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plain text = every route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1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with GitHub Copilot — Kick-off</dc:title>
  <dc:subject>PptxGenJS Presentation</dc:subject>
  <dc:creator>PptxGenJS</dc:creator>
  <cp:lastModifiedBy>PptxGenJS</cp:lastModifiedBy>
  <cp:revision>1</cp:revision>
  <dcterms:created xsi:type="dcterms:W3CDTF">2026-10-01T11:21:31Z</dcterms:created>
  <dcterms:modified xsi:type="dcterms:W3CDTF">2026-10-01T11:21:31Z</dcterms:modified>
</cp:coreProperties>
</file>