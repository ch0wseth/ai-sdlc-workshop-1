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731520" cy="73152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22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SDLC with GitHub Copilot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Kick-off: scope of the two afternoons and what must be ready before D-Day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365760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8957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200400"/>
            <a:ext cx="109728" cy="91440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5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584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Zero to Hero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3200400"/>
            <a:ext cx="365760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2DA4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3200400"/>
            <a:ext cx="109728" cy="91440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3584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SDLC with GitHub and GitHub Copilot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github.com/Justrebl/AI-SDLC-Workshop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practise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73152" cy="169164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457200" cy="45720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3487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298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primitives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prompt files, custom agents, Agent Skills, MCP servers and hooks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8980" y="105156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8980" y="1051560"/>
            <a:ext cx="73152" cy="169164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7580" y="1234440"/>
            <a:ext cx="457200" cy="45720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3487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06340" y="1298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9758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 &amp; marketplaces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97580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primitives into one installable unit, discovered from a Git marketplace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80760" y="105156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0760" y="1051560"/>
            <a:ext cx="73152" cy="169164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234440"/>
            <a:ext cx="457200" cy="45720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34874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818120" y="1298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30936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HVE-Core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09360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agents and skills: Design Thinking coach and the RPI workflow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57200" y="297180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2971800"/>
            <a:ext cx="73152" cy="169164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268980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19456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8580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APM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85800" y="40233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primitives as versioned, locked, policy-checked repository dependencies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3268980" y="297180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268980" y="2971800"/>
            <a:ext cx="73152" cy="169164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497580" y="3154680"/>
            <a:ext cx="457200" cy="45720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26898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0634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349758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workflows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3497580" y="40233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gh-aw: Markdown workflows compiled to GitHub Actions, with safe outputs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6080760" y="297180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080760" y="2971800"/>
            <a:ext cx="73152" cy="169164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268980"/>
            <a:ext cx="228600" cy="2286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81812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A2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30936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cloud agent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6309360" y="40233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issue to Copilot; review the pull request it opens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with GitHub Copilot · Kick-off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Zero to Hero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with Copilot primitives in VS Code, Copilot CLI and on github.com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fork of Philess/gh-copilot-demo (.NET 8 API + Vue viewer)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530352"/>
            <a:ext cx="457200" cy="457200"/>
          </a:xfrm>
          <a:prstGeom prst="ellipse">
            <a:avLst/>
          </a:prstGeom>
          <a:solidFill>
            <a:srgbClr val="E9DEFC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530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57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69080" y="4846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completion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69080" y="777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and next edit suggestions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335024"/>
            <a:ext cx="457200" cy="457200"/>
          </a:xfrm>
          <a:prstGeom prst="ellipse">
            <a:avLst/>
          </a:prstGeom>
          <a:solidFill>
            <a:srgbClr val="E9DEFC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57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12893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Chat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069080" y="1581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explain, fix, generate tests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2139696"/>
            <a:ext cx="457200" cy="457200"/>
          </a:xfrm>
          <a:prstGeom prst="ellipse">
            <a:avLst/>
          </a:prstGeom>
          <a:solidFill>
            <a:srgbClr val="E9DEFC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57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20939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basics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69080" y="2386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edits and commands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2944368"/>
            <a:ext cx="457200" cy="457200"/>
          </a:xfrm>
          <a:prstGeom prst="ellipse">
            <a:avLst/>
          </a:prstGeom>
          <a:solidFill>
            <a:srgbClr val="E9DEFC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57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69080" y="28986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and implement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069080" y="31912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change, then build 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3749040"/>
            <a:ext cx="457200" cy="457200"/>
          </a:xfrm>
          <a:prstGeom prst="ellipse">
            <a:avLst/>
          </a:prstGeom>
          <a:solidFill>
            <a:srgbClr val="E9DEFC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57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69080" y="3703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concepts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069080" y="39959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prompts, agents, MCP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530352"/>
            <a:ext cx="457200" cy="457200"/>
          </a:xfrm>
          <a:prstGeom prst="ellipse">
            <a:avLst/>
          </a:prstGeom>
          <a:solidFill>
            <a:srgbClr val="E9DEFC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530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57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4846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on the platform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95160" y="777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cloud agent on an issue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1335024"/>
            <a:ext cx="457200" cy="457200"/>
          </a:xfrm>
          <a:prstGeom prst="ellipse">
            <a:avLst/>
          </a:prstGeom>
          <a:solidFill>
            <a:srgbClr val="E9DEFC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57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95160" y="12893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Skills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95160" y="1581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use a skill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2139696"/>
            <a:ext cx="457200" cy="457200"/>
          </a:xfrm>
          <a:prstGeom prst="ellipse">
            <a:avLst/>
          </a:prstGeom>
          <a:solidFill>
            <a:srgbClr val="E9DEFC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57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95160" y="20939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CLI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995160" y="2386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repo from the terminal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2944368"/>
            <a:ext cx="457200" cy="457200"/>
          </a:xfrm>
          <a:prstGeom prst="ellipse">
            <a:avLst/>
          </a:prstGeom>
          <a:solidFill>
            <a:srgbClr val="E9DEFC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57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95160" y="28986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 &amp; marketplaces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995160" y="31912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plugins in CLI and VS Code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38130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95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Levels 1–9 → Recap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with GitHub Copilot · Kick-off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SDLC with GitHub and GitHub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in a music catalog app (browse tracks, build an in-memory playlist), with governance and automation added at each level.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45029" y="2240280"/>
            <a:ext cx="7053943" cy="0"/>
          </a:xfrm>
          <a:prstGeom prst="line">
            <a:avLst/>
          </a:prstGeom>
          <a:noFill/>
          <a:ln w="25400">
            <a:solidFill>
              <a:srgbClr val="2DA4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0709" y="1965960"/>
            <a:ext cx="548640" cy="548640"/>
          </a:xfrm>
          <a:prstGeom prst="ellipse">
            <a:avLst/>
          </a:prstGeom>
          <a:solidFill>
            <a:srgbClr val="2DA44E"/>
          </a:solidFill>
          <a:ln w="38100">
            <a:solidFill>
              <a:srgbClr val="F6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70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" y="2651760"/>
            <a:ext cx="11207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3063240"/>
            <a:ext cx="1120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from the template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46366" y="1965960"/>
            <a:ext cx="548640" cy="548640"/>
          </a:xfrm>
          <a:prstGeom prst="ellipse">
            <a:avLst/>
          </a:prstGeom>
          <a:solidFill>
            <a:srgbClr val="2DA44E"/>
          </a:solidFill>
          <a:ln w="38100">
            <a:solidFill>
              <a:srgbClr val="F6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636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60289" y="2651760"/>
            <a:ext cx="11207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HVE-Core plugin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60289" y="3063240"/>
            <a:ext cx="1120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into Copilot CLI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22023" y="1965960"/>
            <a:ext cx="548640" cy="548640"/>
          </a:xfrm>
          <a:prstGeom prst="ellipse">
            <a:avLst/>
          </a:prstGeom>
          <a:solidFill>
            <a:srgbClr val="2DA44E"/>
          </a:solidFill>
          <a:ln w="38100">
            <a:solidFill>
              <a:srgbClr val="F6F8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2023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5946" y="2651760"/>
            <a:ext cx="11207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Thinking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5946" y="3063240"/>
            <a:ext cx="1120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problem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0" y="1965960"/>
            <a:ext cx="548640" cy="548640"/>
          </a:xfrm>
          <a:prstGeom prst="ellipse">
            <a:avLst/>
          </a:prstGeom>
          <a:solidFill>
            <a:srgbClr val="2DA44E"/>
          </a:solidFill>
          <a:ln w="38100">
            <a:solidFill>
              <a:srgbClr val="F6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11603" y="2651760"/>
            <a:ext cx="11207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RPI loop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11603" y="3063240"/>
            <a:ext cx="1120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Plan, Implement, Review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73337" y="1965960"/>
            <a:ext cx="548640" cy="548640"/>
          </a:xfrm>
          <a:prstGeom prst="ellipse">
            <a:avLst/>
          </a:prstGeom>
          <a:solidFill>
            <a:srgbClr val="2DA44E"/>
          </a:solidFill>
          <a:ln w="38100">
            <a:solidFill>
              <a:srgbClr val="F6F8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3337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7261" y="2651760"/>
            <a:ext cx="11207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APM &amp; policy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87261" y="3063240"/>
            <a:ext cx="1120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locked, audited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48994" y="1965960"/>
            <a:ext cx="548640" cy="548640"/>
          </a:xfrm>
          <a:prstGeom prst="ellipse">
            <a:avLst/>
          </a:prstGeom>
          <a:solidFill>
            <a:srgbClr val="2DA44E"/>
          </a:solidFill>
          <a:ln w="38100">
            <a:solidFill>
              <a:srgbClr val="F6F8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899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2918" y="2651760"/>
            <a:ext cx="11207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workflow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62918" y="3063240"/>
            <a:ext cx="1120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backlog triage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24651" y="1965960"/>
            <a:ext cx="548640" cy="548640"/>
          </a:xfrm>
          <a:prstGeom prst="ellipse">
            <a:avLst/>
          </a:prstGeom>
          <a:solidFill>
            <a:srgbClr val="2DA44E"/>
          </a:solidFill>
          <a:ln w="38100">
            <a:solidFill>
              <a:srgbClr val="F6F8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24651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38575" y="2651760"/>
            <a:ext cx="11207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agent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38575" y="3063240"/>
            <a:ext cx="1120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an issue, review the PR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794760"/>
            <a:ext cx="73152" cy="82296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crescendo  </a:t>
            </a:r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→ plugins → versioned APM packages → policy-controlled supply chain → structured RPI → automated backlog → controlled delegation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with GitHub Copilot · Kick-off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one delivery option per attendee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73152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81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95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Codespaces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install: a preconfigured cloud environment with a prebuilt image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3291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organization allow Codespaces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023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docs/before-d-day-codespace.md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68980" y="1097280"/>
            <a:ext cx="26060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8980" y="1097280"/>
            <a:ext cx="2606040" cy="73152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97580" y="1371600"/>
            <a:ext cx="548640" cy="54864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5087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83380" y="1481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97580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dev container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9758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environment in Docker or Podman on your own machine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497580" y="3291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Codespaces blocked, containers allowed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51860" y="4023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docs/before-d-day-devcontainer.md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080760" y="1097280"/>
            <a:ext cx="26060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80760" y="1097280"/>
            <a:ext cx="2606040" cy="73152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09360" y="1371600"/>
            <a:ext cx="548640" cy="548640"/>
          </a:xfrm>
          <a:prstGeom prst="ellipse">
            <a:avLst/>
          </a:prstGeom>
          <a:solidFill>
            <a:srgbClr val="59636E"/>
          </a:solidFill>
          <a:ln w="12700">
            <a:solidFill>
              <a:srgbClr val="59636E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0876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95160" y="1481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09360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tools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30936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Node.js 22, .NET 8 and 10, GitHub CLI, Copilot CLI, APM and gh-aw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309360" y="3291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not allowed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63640" y="4023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docs/before-d-day-local.md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with GitHub Copilot · Kick-off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D-Day: who does what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297180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73152" cy="297180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457200" cy="45720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3487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attendee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Business or Enterprise seat active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Copilot Chat signed in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option tested end to end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fork runs (API port 3000, viewer port 3001)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checks pass on the day's network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8980" y="1051560"/>
            <a:ext cx="2606040" cy="297180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68980" y="1051560"/>
            <a:ext cx="73152" cy="297180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7580" y="1234440"/>
            <a:ext cx="457200" cy="45720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3487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4622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 / enterprise owners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51860" y="18288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assigned; CLI, cloud agent, MCP, models, previews, plugins allowed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Codespaces enabled with a spending limit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 IP allow list (it disables Codespaces)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on; template and fork creation allowed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1051560"/>
            <a:ext cx="2606040" cy="297180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80760" y="1051560"/>
            <a:ext cx="73152" cy="29718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1234440"/>
            <a:ext cx="457200" cy="457200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34874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team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63640" y="18288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Codespaces domains from the GitHub meta API (.domains.codespaces)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allowlist reference + github.com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ghcr.io and *.github.dev reachable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TLS-inspection exclusions in place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5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D-7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licences, policies and network rules confirmed     </a:t>
            </a:r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opened, both labs' apps run, Copilot answers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with GitHub Copilot · Kick-off  | 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with GitHub Copilot — Kick-off</dc:title>
  <dc:subject>PptxGenJS Presentation</dc:subject>
  <dc:creator>PptxGenJS</dc:creator>
  <cp:lastModifiedBy>PptxGenJS</cp:lastModifiedBy>
  <cp:revision>1</cp:revision>
  <dcterms:created xsi:type="dcterms:W3CDTF">2026-10-01T10:51:05Z</dcterms:created>
  <dcterms:modified xsi:type="dcterms:W3CDTF">2026-10-01T10:51:05Z</dcterms:modified>
</cp:coreProperties>
</file>